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00400" cy="1828800"/>
  <p:notesSz cx="182880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0240" y="-594360"/>
            <a:ext cx="1737360" cy="1737360"/>
          </a:xfrm>
          <a:prstGeom prst="ellipse">
            <a:avLst/>
          </a:prstGeom>
          <a:solidFill>
            <a:srgbClr val="00897B">
              <a:alpha val="32000"/>
            </a:srgbClr>
          </a:solidFill>
          <a:ln w="12700">
            <a:solidFill>
              <a:srgbClr val="00897B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1325880"/>
            <a:ext cx="914400" cy="914400"/>
          </a:xfrm>
          <a:prstGeom prst="ellipse">
            <a:avLst/>
          </a:prstGeom>
          <a:solidFill>
            <a:srgbClr val="00ACC1">
              <a:alpha val="28000"/>
            </a:srgbClr>
          </a:solidFill>
          <a:ln w="12700">
            <a:solidFill>
              <a:srgbClr val="00ACC1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371600"/>
            <a:ext cx="457200" cy="457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731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3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" y="822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Family 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" y="23774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family, connected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91440" y="365760"/>
            <a:ext cx="3017520" cy="0"/>
          </a:xfrm>
          <a:prstGeom prst="line">
            <a:avLst/>
          </a:prstGeom>
          <a:noFill/>
          <a:ln w="635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429768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62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56032" y="4846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🍫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" y="85039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your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91440" y="94183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here  ↑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52144" y="4206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“Sweet moments start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 connected family”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52144" y="795528"/>
            <a:ext cx="274320" cy="20117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8503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Abdelrahman Sabry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Habiba Ayman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Menna Allah Sherif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Samia Mohamed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487168" y="749808"/>
            <a:ext cx="621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C:\Users\ossai\AppData\Local\Packages\Claude_pzs8sxrjxfjjc\LocalCache\Roaming\Claude\local-agent-mode-sessions\skills-plugin\7b1c1ba5-98a7-4f76-86ef-fa65c7cdc775\481c9158-10b4-4057-bc4d-c10f5e7c09d1\skills\pptx\qr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777240"/>
            <a:ext cx="566928" cy="5669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450592" y="139903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0" y="1536192"/>
            <a:ext cx="3200400" cy="292608"/>
          </a:xfrm>
          <a:prstGeom prst="rect">
            <a:avLst/>
          </a:prstGeom>
          <a:solidFill>
            <a:srgbClr val="003D35"/>
          </a:solidFill>
          <a:ln w="12700">
            <a:solidFill>
              <a:srgbClr val="003D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" y="1554480"/>
            <a:ext cx="2980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109728" y="1645920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Assoc.Prof. Mahmoud Sami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94360"/>
            <a:ext cx="1737360" cy="1737360"/>
          </a:xfrm>
          <a:prstGeom prst="ellipse">
            <a:avLst/>
          </a:prstGeom>
          <a:solidFill>
            <a:srgbClr val="005F52">
              <a:alpha val="52000"/>
            </a:srgbClr>
          </a:solidFill>
          <a:ln w="12700">
            <a:solidFill>
              <a:srgbClr val="005F52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14600" y="1097280"/>
            <a:ext cx="1188720" cy="1188720"/>
          </a:xfrm>
          <a:prstGeom prst="ellipse">
            <a:avLst/>
          </a:prstGeom>
          <a:solidFill>
            <a:srgbClr val="00695C">
              <a:alpha val="40000"/>
            </a:srgbClr>
          </a:solidFill>
          <a:ln w="12700">
            <a:solidFill>
              <a:srgbClr val="00695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1952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96896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109728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7008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96896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44368" y="448056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1952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9424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6896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44368" y="786384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07008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54480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01952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9424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96896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44368" y="1124712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4592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07008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54480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01952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49424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96896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44368" y="1463040"/>
            <a:ext cx="25603" cy="25603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33856" y="91440"/>
            <a:ext cx="932688" cy="932688"/>
          </a:xfrm>
          <a:prstGeom prst="ellipse">
            <a:avLst/>
          </a:prstGeom>
          <a:solidFill>
            <a:srgbClr val="FFFFFF">
              <a:alpha val="92000"/>
            </a:srgbClr>
          </a:solidFill>
          <a:ln w="1016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07008" y="164592"/>
            <a:ext cx="786384" cy="786384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33856" y="31089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9728" y="107899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University in Egypt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143000" y="1289304"/>
            <a:ext cx="914400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" y="133502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&amp; Engineering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91440" y="1664208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 ·  2025 —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2026-05-23T19:25:24Z</dcterms:created>
  <dcterms:modified xsi:type="dcterms:W3CDTF">2026-05-23T19:25:24Z</dcterms:modified>
</cp:coreProperties>
</file>